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INTERNSHIP ENGINEERING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 Travels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Bespoke Travel Platform &amp; Custom Itinerary Studio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enterprise-grade hotel booking platform engineered with pure responsive UI, Agoda-style room comparison matrix, real-time dynamic pricing calculation, and scannable digital QR passes.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514600" cy="146304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Developer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Rajesh 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4206240"/>
            <a:ext cx="2514600" cy="146304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4434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Speciality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20440" y="4846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5-Step Custom Studio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4206240"/>
            <a:ext cx="2514600" cy="146304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434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Tech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0" y="4846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Node.js, Tailwind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15400" y="4206240"/>
            <a:ext cx="2514600" cy="146304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4434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15400" y="4846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Database Saver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02 • CONTEXT &amp; INNOVATION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Voyara's Value Proposition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 TRAVELS • INTERNSHIP FINAL CAPSTONE EVALUATION • CANDIDATE: RAJESH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A1523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OTA CHALLENGES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Rigid, Non-Customizable Packages: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travel portals force fixed tour dates without flexible activity selection.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Markups &amp; Fee Opacity: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taxes, service charges, and fee drift at checkout.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Friction in Check-in Verification: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Clunky email confirmations without instant scannable digital passes.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0628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VOYARA'S BESPOKE VALUE PROPOSITION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5-Step Custom Studio: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personalized multi-day trips with live pricing and 15% bundle savings.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Agoda-Standard Room Matrix: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room specifications, inclusions, and transparent pricing.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QR Digital Pass: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QR code vouchers optimized for mobile scanning and 1-click PDF print.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03 • TECHNICAL STACK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Technology Pillars (HTML, CSS, JavaScript, Node.js)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 TRAVELS • INTERNSHIP FINAL CAPSTONE EVALUATION • CANDIDATE: RAJESH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514600" cy="457200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HTML (Structure)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Skeleton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2240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Page entry (index.html)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tags (&lt;header&gt;, &lt;main&gt;)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bar, matrix &amp; form inputs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Printable voucher DOM structure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514600" cy="457200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CSS (Styling)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0116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Aesthetics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6160" y="2468880"/>
            <a:ext cx="2240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design system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Modern glassmorphism effects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Mobile responsive grid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@media print CSS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514600" cy="457200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JavaScript (Logic)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0116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63640" y="2468880"/>
            <a:ext cx="2240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5-Step dynamic pricing formula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multi-currency engine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QR matrix (QRCode.js)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state management context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23960" y="1463040"/>
            <a:ext cx="2514600" cy="457200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1691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Node.js (Backend)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0" y="20116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0" y="2468880"/>
            <a:ext cx="2240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Express.js REST API layer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JSON Database Saver (db.js)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Coupon engine (/api/coupon)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external DB dependencies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• FLAGSHIP FEATURE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Speciality #1: Bespoke 5-Step Custom Trip Planner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 TRAVELS • INTERNSHIP FINAL CAPSTONE EVALUATION • CANDIDATE: RAJESH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029968" cy="210312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&amp; Vibe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Honeymoon, Beach &amp; Spa, Adventure, Culture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9504" y="1463040"/>
            <a:ext cx="2029968" cy="210312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6459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80944" y="196596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Tier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80944" y="24688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5-Star Ocean Suites, Pool Villas, Boutique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47488" y="1463040"/>
            <a:ext cx="2029968" cy="210312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16459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38928" y="196596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Excursions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38928" y="24688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Catamarans, Helitours, Desert Safaris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05472" y="1463040"/>
            <a:ext cx="2029968" cy="210312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16459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96912" y="196596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Concierge Perks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96912" y="24688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Chauffeur, Vacation Photo, Spa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63456" y="1463040"/>
            <a:ext cx="2029968" cy="2103120"/>
          </a:xfrm>
          <a:prstGeom prst="roundRect">
            <a:avLst>
              <a:gd name="adj" fmla="val 5405"/>
            </a:avLst>
          </a:prstGeom>
          <a:solidFill>
            <a:srgbClr val="1E3A3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63456" y="164592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54896" y="196596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Itinerary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54896" y="24688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Day-by-Day Timeline + 15% Savings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3840480"/>
            <a:ext cx="10698480" cy="2194560"/>
          </a:xfrm>
          <a:prstGeom prst="roundRect">
            <a:avLst>
              <a:gd name="adj" fmla="val 6250"/>
            </a:avLst>
          </a:prstGeom>
          <a:solidFill>
            <a:srgbClr val="061A2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023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DYNAMIC PRICING MATH ENGINE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[ (Stay Rate × Nights) + Σ(Activity × Travelers) + Σ(Perk × Nights) ] × 0.85 (15% Bundle Discount)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05840" y="5029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Price Drift: Itemized calculations for stay, activities, perks, and discounts transfer seamlessly into Checkout with exact transparency.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05 • CATALOG &amp; DETAILS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Speciality #2: Agoda-Standard Room Comparison Matrix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 TRAVELS • INTERNSHIP FINAL CAPSTONE EVALUATION • CANDIDATE: RAJESH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Room Matrix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Compares Room Size (m²), Bed Types &amp; Max Guests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Inclusions: Free Gourmet Breakfast &amp; Free Cancellation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subtotals with interactive quantity steppers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'Pay at Hotel' vs 'Instant Online Payment' badges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 Lightbox Photo Gallery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Hero Showcase + 4 Thumbnail interactive grid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Full-screen modal lightbox image viewer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High-resolution curated global resort imagery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Thumbnail strip quick navigation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46304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6-Dimension Review Breakdown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37744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Cleanliness: 9.8/10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Comfort &amp; Room Quality: 9.7/10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Prime Location: 9.9/10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Staff Service: 9.8/10 &amp; Free High-Speed Wi-Fi: 9.6/10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06 • DIGITAL PASSES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Speciality #3: Digital QR Travel Pass &amp; Print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 TRAVELS • INTERNSHIP FINAL CAPSTONE EVALUATION • CANDIDATE: RAJESH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 TRAVELS — CONFIRMATION PASS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Ref: VYR-8849-BALI                  Status: Confirmed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Guest: Alex Morgan                          Dates: Sep 15 - Sep 19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Hotel: AYANA Resort Bali &amp; Rock Bar         Nights: 4 Nights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Room: Deluxe Ocean View King Room           Guests: 2 Adults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Amount: $680.80 (20% VOYARA20 Promo Discount Applied)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4389120"/>
            <a:ext cx="46634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6634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AT FRONT-DESK CHECK-IN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QR code matrix encoded with encrypted reservation tokens for fast hotel check-in.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QRCode.js Matrix: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scannable QR tokens client-side containing verification payloads.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@media print CSS: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 web navigation bars and formats the voucher into a crisp 1-page paper document or PDF.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Canvas-Confetti Celebration: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joyful particle animation on checkout completion.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07 • GLOBAL COMMERCE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Speciality #4: Live Multi-Currency Conversion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 TRAVELS • INTERNSHIP FINAL CAPSTONE EVALUATION • CANDIDATE: RAJESH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276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(₹)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627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USD = ₹83.50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1901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Rupee default currency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42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($)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542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USD = $1.00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8163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 Dollar standard base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456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(€)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USD = €0.92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37307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Eurozone currency conversion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3708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GBP (£)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4370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USD = £0.79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4645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Pound Sterling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512064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2852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JPY (¥)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5285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USD = ¥155.00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5559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 Yen integer formatting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0628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CONVERSION ARCHITECTURE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Centralized React Context: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CurrencyProvider propagates active currency changes across the entire DOM tree in sub-milliseconds.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Intl.NumberFormat Formatting: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 symbol placement, thousands separators, and decimal precisions accurately (e.g. ₹68,450 vs $820.00).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Calculation Drift: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calculations stay normalized in base USD while display renders in target currency.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08 • PAYMENTS &amp; CONVERSION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2-Step Frictionless Checkout &amp; Promo Coupon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 TRAVELS • INTERNSHIP FINAL CAPSTONE EVALUATION • CANDIDATE: RAJESH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2-STEP CHECKOUT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1: Guest Information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lead guest name, verified email, phone number, estimated arrival time, and special requests.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2: Flexible Payment Methods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Credit / Debit Card (Instant simulated transaction)
2. Pay at Hotel ($0 charged online)
3. Instant UPI / QR payment flow.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Tax &amp; Fee Transparency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Itemizes room base rate, 12% standard hotel tax, and applied promo deductions.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PROMOTIONAL COUPONS MATRIX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228600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423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VOYARA20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697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OFF (Up to $150 savings on any stay)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92240" y="315468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291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566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Internship Project Showcase Discount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402336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EARLYBIRD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4434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Advance reservation discount (14+ days)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92240" y="489204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0B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5029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LUXURY50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5303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Exclusive discount on Oceanfront Suites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09 • DATA PERSISTENCE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Architecture &amp; JSON Database Saver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 TRAVELS • INTERNSHIP FINAL CAPSTONE EVALUATION • CANDIDATE: RAJESH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DATABASE SAVER (data/db.js)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data/bookings.json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guest details, hotel IDs, dates, room selections, and confirmation tokens.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data/custom_trips.json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Persists multi-day bespoke travel packages created via the planner.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data/wishlist.json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user favorite properties across browser sessions.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Atomic File Operations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file read/write operations with automatic file initialization on startup.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'MY BOOKINGS'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Database Synchronization: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fetches directly from data/bookings.json using GET /api/bookings.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Filter Tabs: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toggling between All Bookings, Active Stays, and Cancelled Trips.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1-Click Free Cancellation: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PUT /api/bookings/:id/cancel, updating reservation status in real time.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Voucher Retrieval: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customers to re-open and re-print digital passes anytime.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• VISION &amp; NEXT STEPS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 &amp; Unique Innovations (Voyara v2.0)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VOYARA TRAVELS • INTERNSHIP FINAL CAPSTONE EVALUATION • CANDIDATE: RAJESH 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1. AI Travel Concierge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Google Gemini AI to auto-generate personalized multi-day itineraries from natural language prompts.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6459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2. Split-Bill Group Travel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20574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friends traveling together to split package costs with individual UPI / payment links sent to each member.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20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🥽  3. 360° AR Room View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Augmented Reality (AR) modal enabling mobile users to preview 3D room tours before booking.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33375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520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🌦️  4. Live Weather &amp; Transit API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39319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weather alerts, flight schedule sync, and automatic packing checklist generation.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534924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0628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ANY QUESTIONS? — VOYARA TRAVELS INTERNSHIP CAPSTONE EVALUATION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Voyara Travels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Voyara Travels - Speciality &amp; Technical Architecture</dc:title>
  <dc:subject>PptxGenJS Presentation</dc:subject>
  <dc:creator>Rajesh B</dc:creator>
  <cp:lastModifiedBy>Rajesh B</cp:lastModifiedBy>
  <cp:revision>1</cp:revision>
  <dcterms:created xsi:type="dcterms:W3CDTF">2026-08-26T17:24:59Z</dcterms:created>
  <dcterms:modified xsi:type="dcterms:W3CDTF">2026-08-26T17:24:59Z</dcterms:modified>
</cp:coreProperties>
</file>